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 розділу. Партнерська програма Mycond: ми продаємо разом з вами. Акція діє до 01.03.2027.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 підхід: ми не просто продаємо обладнання — допомагаємо його продати. Сайт і лендінг, клієнти (ліди), реклама, AI-консультант.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Сходинки бонусів до 01.03.2027 (кількість ТН рахується сумарно): 1 ТН — лендінг з калькулятором і заявками в Telegram; 2 ТН — фірмовий сайт 5–10 сторінок; 5 ТН — ERP-система для об'єктів і монтажних бригад. Безкоштовно.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Рівень 1 — лендінг. Приклад: mycondtools-cyber.github.io/mycond-mini-apps/beeeco. Калькулятор підбору, форма заявки, заявки миттєво в Telegram.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Шлях заявки: клієнт знаходить лендінг → рахує в калькуляторі → лишає заявку → сповіщення у ваш Telegram → ви дзвоните теплому клієнту → монтаж.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Рівень 2 — фірмовий сайт на 5–10 сторінок під бренд монтажника: головна, послуги, каталог Mycond, об'єкти, калькулятор, відгуки, про компанію, контакти.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Рівень 3 — ERP-система: об'єкти та статуси, бригади і графік монтажів, історія клієнта і сервісу, заявки з сайту одразу в систему. Інтерфейс на слайді — ілюстрація.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Розділ: клієнти для вашого бізнесу — ліди, реклама та заявки у вашому регіоні.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лідів безкоштовно за покупку кожного теплового насоса. Строк — від 1 до 5 тижнів залежно від регіону та сезону. Картки лідів — приклад.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Додатково: налаштування реклами на розроблений лендінг/сайт, або ліди під замовлення орієнтовно 300–600 грн за лід (залежить від регіону та сезону).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Статті та SEO: пишемо і публікуємо експертні статті на сайт партнера; базова SEO-стратегія — ключові запити під місто, оптимізація сторінок, профіль у Google Картах, Search Console. Мета — клієнти з Google без оплати за клік. Пошукова видача на слайді — ілюстрація.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AI-консультант Mycond @mycond_library_bot: відповідає клієнтам 24/7 на сайті та в Telegram, допомагає з підбором, дає документацію, допомагає монтажнику.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 стати партнером: 1) купуєте ТН Mycond; 2) надсилаєте логотип, контакти, регіон, фото об'єктів; 3) ми запускаємо лендінг/сайт/ERP; 4) отримуєте клієнтів.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Фінал: ви монтуєте — ми приводимо клієнтів. Акція діє до 01.03.2027. QR: приклад лендінгу, AI-бот, mycond.ua.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